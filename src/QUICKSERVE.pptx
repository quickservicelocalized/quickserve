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QUICKSERVE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LOCALIZED SERVICE PROVIDER APP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297" y="30165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821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1840678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886200" y="3384223"/>
            <a:ext cx="7315200" cy="2202761"/>
          </a:xfrm>
        </p:spPr>
        <p:txBody>
          <a:bodyPr/>
          <a:lstStyle/>
          <a:p>
            <a:r>
              <a:rPr lang="en-US" dirty="0" smtClean="0"/>
              <a:t>THE MAIN AIM OF THIS APPLICATION IS TO HELP THE PEOPLE IN NEEDS OF THEIR REPAIRS WITHOUT ANY CONTACT OF THE SECOND MEN.</a:t>
            </a:r>
            <a:endParaRPr lang="en-US" dirty="0"/>
          </a:p>
        </p:txBody>
      </p:sp>
      <p:pic>
        <p:nvPicPr>
          <p:cNvPr id="2" name="Picture 1" descr="Steam Workshop::Rimword da Loucur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049" y="2029493"/>
            <a:ext cx="9539873" cy="123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259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707011"/>
            <a:ext cx="7315200" cy="1225484"/>
          </a:xfrm>
        </p:spPr>
        <p:txBody>
          <a:bodyPr>
            <a:normAutofit/>
          </a:bodyPr>
          <a:lstStyle/>
          <a:p>
            <a:r>
              <a:rPr lang="en-US" dirty="0" smtClean="0"/>
              <a:t>USER FRIENDLY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2300140"/>
            <a:ext cx="7315200" cy="32868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QUICKSERVE PROVIDES THE BEST USER FRIENDLY ECONOMY TO THE USER SO THAT IT MAKES THE NEEDS EASY TO SOLVE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THERE </a:t>
            </a:r>
            <a:r>
              <a:rPr lang="en-US" dirty="0" smtClean="0"/>
              <a:t>WILL BE ALL IN A SYSTEMATIC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 PROVIDES THE BASIC SERVICE NEEDS TO THE USER </a:t>
            </a:r>
            <a:r>
              <a:rPr lang="en-US" dirty="0" smtClean="0"/>
              <a:t>INDIRECTLY </a:t>
            </a:r>
            <a:r>
              <a:rPr lang="en-US" dirty="0" smtClean="0"/>
              <a:t>BY CONNECTING HIM TO THE SERVICE PROVIDER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 PROVIDES THE SERVICE AS EARLY AS POSSIBLE THE USER APPROACH THE SERVICE SO, NO WORRIES.</a:t>
            </a:r>
            <a:endParaRPr lang="en-US" dirty="0"/>
          </a:p>
        </p:txBody>
      </p:sp>
      <p:pic>
        <p:nvPicPr>
          <p:cNvPr id="4" name="Picture 3" descr="From &lt;strong&gt;User&lt;/strong&gt; Experience to &lt;strong&gt;User&lt;/strong&gt; Trust in Modern Interfaces – Loop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575" t="775" r="1370" b="-2695"/>
          <a:stretch/>
        </p:blipFill>
        <p:spPr>
          <a:xfrm>
            <a:off x="-226242" y="1149363"/>
            <a:ext cx="3619892" cy="495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70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919" y="1123838"/>
            <a:ext cx="2947482" cy="2288666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ATABASE AND SECURITY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DATABASE IN OUR APP WILL BE STORED IN MYSQL WHICH IS THE BEST </a:t>
            </a:r>
            <a:r>
              <a:rPr lang="en-US" dirty="0" smtClean="0"/>
              <a:t>FOR </a:t>
            </a:r>
            <a:r>
              <a:rPr lang="en-US" dirty="0" smtClean="0"/>
              <a:t>STORING  DATABSE AND IT IS VERY TRUST WORTHY WITH THE SECURITY</a:t>
            </a:r>
          </a:p>
          <a:p>
            <a:r>
              <a:rPr lang="en-US" dirty="0" smtClean="0"/>
              <a:t>IT PROVIDEES SECURITY TO THE DATA OF THE USER AND THE SERVICE PROVIDER SO THAT IT MAKES OUR APPLICATION TRUSTFUL BY BOTH THE USER AND THE SERVICE PROVIDER</a:t>
            </a:r>
          </a:p>
          <a:p>
            <a:endParaRPr lang="en-US" dirty="0"/>
          </a:p>
        </p:txBody>
      </p:sp>
      <p:pic>
        <p:nvPicPr>
          <p:cNvPr id="6" name="Picture 5" descr="Lock and Key image - Free stock photo - Public Domain photo - CC0 Imag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0" y="3635250"/>
            <a:ext cx="3132939" cy="176503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91953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8"/>
            <a:ext cx="2947482" cy="1562801"/>
          </a:xfrm>
        </p:spPr>
        <p:txBody>
          <a:bodyPr/>
          <a:lstStyle/>
          <a:p>
            <a:r>
              <a:rPr lang="en-US" dirty="0" smtClean="0"/>
              <a:t>ADMIN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OUR APPLICATION ADMIN </a:t>
            </a:r>
            <a:r>
              <a:rPr lang="en-US" dirty="0" smtClean="0"/>
              <a:t>PLAYS </a:t>
            </a:r>
            <a:r>
              <a:rPr lang="en-US" dirty="0" smtClean="0"/>
              <a:t>A KEY ROLE </a:t>
            </a:r>
          </a:p>
          <a:p>
            <a:r>
              <a:rPr lang="en-US" dirty="0" smtClean="0"/>
              <a:t>HE LOOKS AFTER ALL </a:t>
            </a:r>
            <a:r>
              <a:rPr lang="en-US" dirty="0" smtClean="0"/>
              <a:t>THE </a:t>
            </a:r>
            <a:r>
              <a:rPr lang="en-US" dirty="0" smtClean="0"/>
              <a:t>FUNCTION DONE IN THE QUICK SERVE </a:t>
            </a:r>
          </a:p>
          <a:p>
            <a:r>
              <a:rPr lang="en-US" dirty="0" smtClean="0"/>
              <a:t>HE ALSO MANAGES REQUESTS FROM THE CLIENT</a:t>
            </a:r>
          </a:p>
          <a:p>
            <a:r>
              <a:rPr lang="en-US" dirty="0" smtClean="0"/>
              <a:t>HE WILLRESPOND TO THE REPORT GIVEN BY THE USER AND TAKES THE SEVERAL ACTION ON THINGS</a:t>
            </a:r>
          </a:p>
          <a:p>
            <a:endParaRPr lang="en-US" dirty="0"/>
          </a:p>
        </p:txBody>
      </p:sp>
      <p:pic>
        <p:nvPicPr>
          <p:cNvPr id="4" name="Picture 3" descr="Drastic fall in the performance of my car while in CNG mod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7" y="3041699"/>
            <a:ext cx="2292285" cy="229228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518081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SIGNUP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FIRSTLY TO USE OUR APP THE USER NEED TO </a:t>
            </a:r>
            <a:r>
              <a:rPr lang="en-US" dirty="0" smtClean="0"/>
              <a:t>SIGNUP WITH HIS </a:t>
            </a:r>
            <a:r>
              <a:rPr lang="en-US" dirty="0" smtClean="0"/>
              <a:t>EMAIL</a:t>
            </a:r>
          </a:p>
          <a:p>
            <a:r>
              <a:rPr lang="en-US" dirty="0" smtClean="0"/>
              <a:t>OR IF HE IS ALERADY SIGNED UP THEN HE WILL GO TO THE LOGIN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2036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1407045"/>
          </a:xfrm>
        </p:spPr>
        <p:txBody>
          <a:bodyPr/>
          <a:lstStyle/>
          <a:p>
            <a:r>
              <a:rPr lang="en-US" dirty="0" smtClean="0"/>
              <a:t>DASHBOARD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86200" y="2705493"/>
            <a:ext cx="7315200" cy="2881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HERE USER CAN SEE THE SERVICES PROVIDED BY THE EACH SERVICE PROVIDR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AND HE CAN EVEN SEARCH THE SERVICE PROVIDER HE NEEDS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AND THE COST OF SERVICE WILL ALSO BE DISPLAYED NEAR THE SERVICE NAME SO IT WILL BE EASY TO THE USER TO FIND THE COST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49189"/>
            <a:ext cx="3525626" cy="276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89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1755837"/>
          </a:xfrm>
        </p:spPr>
        <p:txBody>
          <a:bodyPr/>
          <a:lstStyle/>
          <a:p>
            <a:r>
              <a:rPr lang="en-US" dirty="0" smtClean="0"/>
              <a:t>   PAYMENT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3054285"/>
            <a:ext cx="7315200" cy="253269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HER WE USE A SECURED GATEWAY FOR PAY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WHICH ENSURES SAFE PAYMENTS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PROVIDERS PAYMENT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Council care leavers benefit from UTCs, study finds | LocalGov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6366"/>
            <a:ext cx="3856405" cy="256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288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1520166"/>
          </a:xfrm>
        </p:spPr>
        <p:txBody>
          <a:bodyPr/>
          <a:lstStyle/>
          <a:p>
            <a:r>
              <a:rPr lang="en-US" dirty="0" smtClean="0"/>
              <a:t>FEEDBACK SYSTEM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2818614"/>
            <a:ext cx="7315200" cy="27683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WE TAKE FEEDBACK FROM USER AFTER EVERY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 TO IMPROVE OUR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AND FOR BEST SERVICE PROVIDER GETS SUGGESTED FIRST</a:t>
            </a:r>
            <a:endParaRPr lang="en-US" dirty="0"/>
          </a:p>
        </p:txBody>
      </p:sp>
      <p:pic>
        <p:nvPicPr>
          <p:cNvPr id="4" name="Picture 3" descr="&lt;strong&gt;Feedback&lt;/strong&gt; PNG Transparent Images | PNG Al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7" y="1802986"/>
            <a:ext cx="3212014" cy="314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93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1557874"/>
          </a:xfrm>
        </p:spPr>
        <p:txBody>
          <a:bodyPr/>
          <a:lstStyle/>
          <a:p>
            <a:r>
              <a:rPr lang="en-US" dirty="0" smtClean="0"/>
              <a:t>SERVLANT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2950590"/>
            <a:ext cx="7315200" cy="263639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TO BUILD THIS APPLICATION WE USED JAVA SERVLANT FOR FRONTEND AND DATABASE CONNECTION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 PLAYS A KEY ROLE IS SHARING DATA FROM DATA TO DATABSAE TO APPLICATION VISEVERSA</a:t>
            </a:r>
            <a:endParaRPr lang="en-US" dirty="0"/>
          </a:p>
        </p:txBody>
      </p:sp>
      <p:pic>
        <p:nvPicPr>
          <p:cNvPr id="4" name="Picture 3" descr="What Is a Servlet? A Complete Guide to &lt;strong&gt;Java&lt;/strong&gt; EE Servlet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5106"/>
            <a:ext cx="3867912" cy="317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00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EXPERIENCE FLOW</a:t>
            </a: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3660522" y="2640548"/>
            <a:ext cx="414728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Easy onboarding (Sign up/Login)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Location-based service discovery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Simple booking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Transparent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Real-time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Hassle-free payments</a:t>
            </a:r>
          </a:p>
        </p:txBody>
      </p:sp>
    </p:spTree>
    <p:extLst>
      <p:ext uri="{BB962C8B-B14F-4D97-AF65-F5344CB8AC3E}">
        <p14:creationId xmlns:p14="http://schemas.microsoft.com/office/powerpoint/2010/main" val="18962863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WORKFLOW</a:t>
            </a: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3764218" y="2094199"/>
            <a:ext cx="3177473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User searches for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Views provider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Books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Provider accepts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Service is delivered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Payment completed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Rating &amp; feedback</a:t>
            </a:r>
          </a:p>
        </p:txBody>
      </p:sp>
    </p:spTree>
    <p:extLst>
      <p:ext uri="{BB962C8B-B14F-4D97-AF65-F5344CB8AC3E}">
        <p14:creationId xmlns:p14="http://schemas.microsoft.com/office/powerpoint/2010/main" val="3290721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ENHANCEMENT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AI-based service recommendations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Subscription-based services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Live tracking of service providers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In-app chat support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Voice-based booking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092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3830204" y="2531876"/>
            <a:ext cx="587940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QuickServe simplifies local service booking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Efficient workflow improves user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Secure payment system ensures trust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Scalable and user-friendly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Strong potential for future growth</a:t>
            </a:r>
          </a:p>
        </p:txBody>
      </p:sp>
      <p:pic>
        <p:nvPicPr>
          <p:cNvPr id="3" name="Picture 2" descr="Head Face Hands · Free image on Pixaba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0082"/>
            <a:ext cx="3487918" cy="348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34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&lt;strong&gt;Thank you&lt;/strong&gt; PNG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38" y="1296135"/>
            <a:ext cx="10317045" cy="3250573"/>
          </a:xfrm>
        </p:spPr>
      </p:pic>
      <p:sp>
        <p:nvSpPr>
          <p:cNvPr id="6" name="Rectangle 5"/>
          <p:cNvSpPr/>
          <p:nvPr/>
        </p:nvSpPr>
        <p:spPr>
          <a:xfrm>
            <a:off x="113122" y="0"/>
            <a:ext cx="11858919" cy="6693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&lt;strong&gt;Thank&lt;/strong&gt; &lt;strong&gt;you&lt;/strong&gt; 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81" y="1685582"/>
            <a:ext cx="10058400" cy="316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85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1801</TotalTime>
  <Words>428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Wingdings 2</vt:lpstr>
      <vt:lpstr>Frame</vt:lpstr>
      <vt:lpstr>QUICKSERVE </vt:lpstr>
      <vt:lpstr>INTRODUCTION</vt:lpstr>
      <vt:lpstr>USER FRIENDLY</vt:lpstr>
      <vt:lpstr>DATABASE AND SECURITY</vt:lpstr>
      <vt:lpstr>ADMIN </vt:lpstr>
      <vt:lpstr>SIGNUP PAGE</vt:lpstr>
      <vt:lpstr>DASHBOARD</vt:lpstr>
      <vt:lpstr>   PAYMENT </vt:lpstr>
      <vt:lpstr>FEEDBACK SYSTEM</vt:lpstr>
      <vt:lpstr>SERVLANT</vt:lpstr>
      <vt:lpstr>USER EXPERIENCE FLOW</vt:lpstr>
      <vt:lpstr>SERVICE WORKFLOW</vt:lpstr>
      <vt:lpstr>FUTURE ENHANCEMENT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QUICKSERVE </dc:title>
  <dc:creator>User</dc:creator>
  <cp:lastModifiedBy>User</cp:lastModifiedBy>
  <cp:revision>26</cp:revision>
  <dcterms:created xsi:type="dcterms:W3CDTF">2026-03-19T09:52:00Z</dcterms:created>
  <dcterms:modified xsi:type="dcterms:W3CDTF">2026-03-20T16:35:54Z</dcterms:modified>
</cp:coreProperties>
</file>